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1edca64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1edca6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edca648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edca64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1edca648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1edca648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1ef23092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1ef23092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1edca648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1edca648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1edca648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1edca648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1edca648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1edca648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1ef23092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1ef23092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컴퓨터그래픽스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20215226 </a:t>
            </a:r>
            <a:r>
              <a:rPr lang="ko"/>
              <a:t>이한석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3D </a:t>
            </a:r>
            <a:r>
              <a:rPr lang="ko"/>
              <a:t>자동차 모델</a:t>
            </a:r>
            <a:r>
              <a:rPr lang="ko"/>
              <a:t> </a:t>
            </a:r>
            <a:r>
              <a:rPr lang="ko"/>
              <a:t>움직이기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3D </a:t>
            </a:r>
            <a:r>
              <a:rPr lang="ko"/>
              <a:t>자동차 모델을 이용해서 Directional, Point, Spotlight을 적용하도록 했습니다.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WASD 버튼을 눌려서 자동차를 움직일 수도 있습니다.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프로젝트 내용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8"/>
              <a:t>Three.js </a:t>
            </a:r>
            <a:r>
              <a:rPr lang="ko" sz="1908"/>
              <a:t>사이트를 둘려보다가 자동차 모델이 있는 것을 확인하고서 자동차 모델을 이용해가지고 만들어볼려고 했습니다.</a:t>
            </a:r>
            <a:endParaRPr sz="19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25"/>
              <a:t>https://threejs.org/examples/?q=car#webgl_materials_car</a:t>
            </a:r>
            <a:endParaRPr sz="92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150" y="1943775"/>
            <a:ext cx="5046476" cy="27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구현 기술 / 사용자 인터페이스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061600"/>
            <a:ext cx="8520600" cy="38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81"/>
              <a:t>자동차 모델이 처음에는 Directional light 상태로 표시됩니다.</a:t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81"/>
              <a:t>Directional, Point, SpotLight 셰이더를 사용했습니다.</a:t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504"/>
              <a:buFont typeface="Arial"/>
              <a:buNone/>
            </a:pPr>
            <a:r>
              <a:t/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81"/>
              <a:t>상단의 라디오 버튼을 이용해가지고 Directional, Point, SpotLight를 바꿀 수 있습니다.</a:t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81"/>
              <a:t>WASD 키를 입력해가지고 자동차를 움직일 수 있습니다.</a:t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81"/>
              <a:t>카메라를 자동차 모델의 뒤쪽에 위치했습니다.</a:t>
            </a:r>
            <a:endParaRPr sz="198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개선점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자동차가 움직이면 소리가 나오기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자동차 주위 풍경을 추가하기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자동차 바퀴 움직이는 애니메이션 추가하기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자동차의 색상을 변경할 수 있게 추가하기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스크린샷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18377"/>
            <a:ext cx="7218074" cy="38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스크린샷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3" y="1085127"/>
            <a:ext cx="7218933" cy="38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스크린샷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0" y="979087"/>
            <a:ext cx="7244690" cy="387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259375" y="21495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